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300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1A4A"/>
                </a:solidFill>
                <a:latin typeface="Arial"/>
              </a:rPr>
              <a:t>Detailed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TC-APP-001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Parent Account 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Register a parent via Firebase Auth.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Name, unique email, valid password.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Account created; onboarding opens.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Account created; session active; onboarding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Account in Firebase Auth; navigates.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90195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TC-APP-002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945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Define and Persist a Safe Zone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92608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4553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Draw a safe zone; check it persists.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2044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3989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Zone name, centre, radius.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3425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Zone reappears after restart.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0916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92861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Zone persisted; reloads after restart.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30352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52297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Geofence saved in Firestore.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300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1A4A"/>
                </a:solidFill>
                <a:latin typeface="Arial"/>
              </a:rPr>
              <a:t>Detailed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TC-APP-003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Invalid Login Rejection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Reject wrong credentials clearly.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Valid email, wrong password.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Error shown; no navigation.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Error shown; no session/token issued.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Stays on login; no token issued.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90195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TC-INT-001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945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End-to-End Geofence Breach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92608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4553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Breach: firmware through to app push.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2044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3989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Mock GPS outside the safe zone.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3425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Push arrives within sync interval.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0916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92861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Breach detected; GEOFENCE alert raised.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30352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52297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Alert in Firestore; push delivered.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300">
                <a:solidFill>
                  <a:srgbClr val="7C3AED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D1A4A"/>
                </a:solidFill>
                <a:latin typeface="Arial"/>
              </a:rPr>
              <a:t>Detailed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50">
                <a:solidFill>
                  <a:srgbClr val="7C3AED"/>
                </a:solidFill>
                <a:latin typeface="Arial"/>
              </a:rPr>
              <a:t>TC-INT-002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D1A4A"/>
                </a:solidFill>
                <a:latin typeface="Arial"/>
              </a:rPr>
              <a:t>Alert Flag Triggers FCM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38528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DC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spc="100">
                <a:solidFill>
                  <a:srgbClr val="1B7F4B"/>
                </a:solidFill>
                <a:latin typeface="Arial"/>
              </a:rPr>
              <a:t>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434840" cy="10972"/>
          </a:xfrm>
          <a:prstGeom prst="roundRect">
            <a:avLst>
              <a:gd name="adj" fmla="val 50000"/>
            </a:avLst>
          </a:prstGeom>
          <a:solidFill>
            <a:srgbClr val="E2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Alert write triggers an FCM push.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Vitals record with alert = true.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Push received; sync unaffected.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ACTUAL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Alert doc written; push-ready; sync unaffected.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80">
                <a:solidFill>
                  <a:srgbClr val="7C3AED"/>
                </a:solidFill>
                <a:latin typeface="Arial"/>
              </a:rPr>
              <a:t>PASS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6"/>
            <a:ext cx="4434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Arial"/>
              </a:rPr>
              <a:t>Delivery log shows dispatch.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